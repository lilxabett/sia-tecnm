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15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94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2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47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63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4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0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02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82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51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2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63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2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B396A"/>
                </a:solidFill>
              </a:defRPr>
            </a:pPr>
            <a:r>
              <a:rPr dirty="0"/>
              <a:t>Sistema Integral </a:t>
            </a:r>
            <a:r>
              <a:rPr lang="es-MX" dirty="0" smtClean="0"/>
              <a:t>Académico</a:t>
            </a:r>
            <a:r>
              <a:rPr dirty="0" smtClean="0"/>
              <a:t> </a:t>
            </a:r>
            <a:r>
              <a:rPr dirty="0"/>
              <a:t>(SIA)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pPr>
              <a:defRPr>
                <a:solidFill>
                  <a:srgbClr val="808080"/>
                </a:solidFill>
              </a:defRPr>
            </a:pPr>
            <a:r>
              <a:rPr dirty="0" err="1"/>
              <a:t>Definición</a:t>
            </a:r>
            <a:r>
              <a:rPr dirty="0"/>
              <a:t> de </a:t>
            </a:r>
            <a:r>
              <a:rPr dirty="0" err="1"/>
              <a:t>Alcance</a:t>
            </a:r>
            <a:r>
              <a:rPr dirty="0"/>
              <a:t> del Proyecto y </a:t>
            </a:r>
            <a:r>
              <a:rPr dirty="0" err="1"/>
              <a:t>Módulos</a:t>
            </a:r>
            <a:r>
              <a:rPr dirty="0"/>
              <a:t> </a:t>
            </a:r>
            <a:r>
              <a:rPr dirty="0" err="1"/>
              <a:t>Activos</a:t>
            </a:r>
            <a:endParaRPr dirty="0"/>
          </a:p>
          <a:p>
            <a:r>
              <a:rPr dirty="0" err="1"/>
              <a:t>TecNM</a:t>
            </a:r>
            <a:r>
              <a:rPr dirty="0"/>
              <a:t> Campus Los Cabos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B396A"/>
                </a:solidFill>
              </a:defRPr>
            </a:pPr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Modernizar y centralizar los servicios clave del instituto para mejorar la atención al estudiante y la toma de decisiones directiva.</a:t>
            </a:r>
          </a:p>
          <a:p>
            <a:pPr lvl="1"/>
            <a:r>
              <a:t>Enfoque principal en:</a:t>
            </a:r>
          </a:p>
          <a:p>
            <a:pPr lvl="2"/>
            <a:r>
              <a:t>Salud e Integridad (Servicios Médicos y Lactario)</a:t>
            </a:r>
          </a:p>
          <a:p>
            <a:pPr lvl="2"/>
            <a:r>
              <a:t>Apoyo Académico (Biblioteca)</a:t>
            </a:r>
          </a:p>
          <a:p>
            <a:pPr lvl="2"/>
            <a:r>
              <a:t>Gestión de la Calidad (Encuestas, Quejas, Avisos)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1B396A"/>
                </a:solidFill>
              </a:defRPr>
            </a:pPr>
            <a:r>
              <a:t>Módulos que se MANTIENEN (Core &amp; Operación)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Servicios Estudiantiles Críticos:</a:t>
            </a:r>
          </a:p>
          <a:p>
            <a:pPr lvl="1">
              <a:defRPr b="1"/>
            </a:pPr>
            <a:r>
              <a:t>Biblioteca:</a:t>
            </a:r>
          </a:p>
          <a:p>
            <a:pPr lvl="2"/>
            <a:r>
              <a:t>Gestión de inventario, préstamos digitales, control de multas y visitas.</a:t>
            </a:r>
          </a:p>
          <a:p>
            <a:pPr lvl="1">
              <a:defRPr b="1"/>
            </a:pPr>
            <a:r>
              <a:t>Servicios Médicos:</a:t>
            </a:r>
          </a:p>
          <a:p>
            <a:pPr lvl="2"/>
            <a:r>
              <a:t>Agendado de citas (Médico y Psicológico), expedientes clínicos seguros y control de turnos.</a:t>
            </a:r>
          </a:p>
          <a:p>
            <a:pPr lvl="1">
              <a:defRPr b="1"/>
            </a:pPr>
            <a:r>
              <a:t>Lactario:</a:t>
            </a:r>
          </a:p>
          <a:p>
            <a:pPr lvl="2"/>
            <a:r>
              <a:t>Gestión de reservas de espacios con vinculación a apoyo médico en caso de requerirse.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1B396A"/>
                </a:solidFill>
              </a:defRPr>
            </a:pPr>
            <a:r>
              <a:t>Módulos que se MANTIENEN (Calidad &amp; Directivo)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Evaluación Continua y Difusión:</a:t>
            </a:r>
          </a:p>
          <a:p>
            <a:pPr lvl="1">
              <a:defRPr b="1"/>
            </a:pPr>
            <a:r>
              <a:t>Encuestas Institucionales:</a:t>
            </a:r>
          </a:p>
          <a:p>
            <a:pPr lvl="2"/>
            <a:r>
              <a:t>Segmentadas por rol (estudiantes, docentes, etc.), opcionales u obligatorias (bloqueo de accesos hasta responder).</a:t>
            </a:r>
          </a:p>
          <a:p>
            <a:pPr lvl="1">
              <a:defRPr b="1"/>
            </a:pPr>
            <a:r>
              <a:t>Buzón de Quejas y Sugerencias:</a:t>
            </a:r>
          </a:p>
          <a:p>
            <a:pPr lvl="2"/>
            <a:r>
              <a:t>Recepción de evidencias fotográficas, modo anónimo y gestión de tickets de atención.</a:t>
            </a:r>
          </a:p>
          <a:p>
            <a:pPr lvl="1">
              <a:defRPr b="1"/>
            </a:pPr>
            <a:r>
              <a:t>Dashboard Directivo (Reportes):</a:t>
            </a:r>
          </a:p>
          <a:p>
            <a:pPr lvl="2"/>
            <a:r>
              <a:t>Métricas consolidadas de visitas, encuestas y poblacion en tiempo real para toma de decisiones.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808080"/>
                </a:solidFill>
              </a:defRPr>
            </a:pPr>
            <a:r>
              <a:t>Módulos EXCLUIDOS (Para fases futuras)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siguientes módulos no se incluirán en el lanzamiento inicial para enfocar esfuerzos en los servicios prioritarios:</a:t>
            </a:r>
          </a:p>
          <a:p>
            <a:pPr lvl="1"/>
            <a:r>
              <a:t>Cafetería (Sistema de menús y pedidos)</a:t>
            </a:r>
          </a:p>
          <a:p>
            <a:pPr lvl="1"/>
            <a:r>
              <a:t>Comunidad (Foros de discusión de alumnos)</a:t>
            </a:r>
          </a:p>
          <a:p>
            <a:pPr lvl="1"/>
            <a:r>
              <a:t>Aula (Gestión de tareas y clases)</a:t>
            </a:r>
          </a:p>
          <a:p>
            <a:pPr lvl="1"/>
            <a:r>
              <a:t>Test Vocacional (Uso externo)</a:t>
            </a:r>
          </a:p>
          <a:p>
            <a:pPr lvl="1"/>
            <a:r>
              <a:t>Proceso de Admisión (Aspirantes)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B396A"/>
                </a:solidFill>
              </a:defRPr>
            </a:pPr>
            <a:r>
              <a:t>Impacto Inmediato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Beneficios del enfoque priorizado:</a:t>
            </a:r>
          </a:p>
          <a:p>
            <a:pPr lvl="1"/>
            <a:r>
              <a:t>Asegura la estabilidad y escalabilidad de los procesos que más valor aportan diariamente (Salud y Biblioteca).</a:t>
            </a:r>
          </a:p>
          <a:p>
            <a:pPr lvl="1"/>
            <a:r>
              <a:t>Ofrece a Dirección General visibilidad inmediata del estado de los servicios (Módulo Calidad/Reportes).</a:t>
            </a:r>
          </a:p>
          <a:p>
            <a:pPr lvl="1"/>
            <a:r>
              <a:t>Mantiene los costos de infraestructura optimizados.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co">
  <a:themeElements>
    <a:clrScheme name="Marco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Marco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rc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TM03457475[[fn=Marco]]</Template>
  <TotalTime>2</TotalTime>
  <Words>321</Words>
  <Application>Microsoft Office PowerPoint</Application>
  <PresentationFormat>Presentación en pantalla 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Corbel</vt:lpstr>
      <vt:lpstr>Wingdings 2</vt:lpstr>
      <vt:lpstr>Marco</vt:lpstr>
      <vt:lpstr>Sistema Integral Académico (SIA)</vt:lpstr>
      <vt:lpstr>Objetivo del Proyecto</vt:lpstr>
      <vt:lpstr>Módulos que se MANTIENEN (Core &amp; Operación)</vt:lpstr>
      <vt:lpstr>Módulos que se MANTIENEN (Calidad &amp; Directivo)</vt:lpstr>
      <vt:lpstr>Módulos EXCLUIDOS (Para fases futuras)</vt:lpstr>
      <vt:lpstr>Impacto Inmediato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Integral Académico (SIA)</dc:title>
  <dc:subject/>
  <dc:creator/>
  <cp:keywords/>
  <dc:description>generated using python-pptx</dc:description>
  <cp:lastModifiedBy>luis abraham rios reyes</cp:lastModifiedBy>
  <cp:revision>2</cp:revision>
  <dcterms:created xsi:type="dcterms:W3CDTF">2013-01-27T09:14:16Z</dcterms:created>
  <dcterms:modified xsi:type="dcterms:W3CDTF">2026-08-04T19:59:04Z</dcterms:modified>
  <cp:category/>
</cp:coreProperties>
</file>